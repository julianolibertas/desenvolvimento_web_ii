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4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F7861-000D-8400-C424-89968D0E5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7F8DD4-CB5B-6F72-0711-2DA1F589F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D5E67E-DFBC-355C-E8CD-8CCBEAE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5FE-8A0B-4525-8897-45B6C024E490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9A3D10-5290-ABDD-7E48-46015035F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342827-13C5-B225-720E-1425E8ED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C48C-2F19-4A21-82E5-7962893AF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8303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9FBB8-B461-7027-A09F-BCC11FAF2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056BDA-1B1D-BC77-62A7-2A1965507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0C9D07-CDC9-7222-3465-01AAA7A9C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5FE-8A0B-4525-8897-45B6C024E490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48B39B-DF9D-6289-69A0-7DDBC42B4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938EBE-F8C9-673E-7444-BA437EFD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C48C-2F19-4A21-82E5-7962893AF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6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4512D-8A9B-7415-CBAC-9CC8EFFB4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E0C87D-7D29-5074-0607-0C37B2182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F15ED9-C29D-A44D-7D08-E7522B562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5FE-8A0B-4525-8897-45B6C024E490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1786E1-380F-5B52-87F7-561309029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2801E1-14D0-5C14-8E54-2E4CD8A3D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C48C-2F19-4A21-82E5-7962893AF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5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5014C0-CCA0-7576-6F89-F78149DC3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27A3AD-E5C6-3439-B8B8-864798B5AD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61A005-8785-0046-B20D-95CFC11C5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142135-5D78-C2CB-45E9-C0EC2FFC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5FE-8A0B-4525-8897-45B6C024E490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8F5461-D7EE-E65F-9082-DC3A2DB3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992DC5-F30D-D932-9543-F3F10CCE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C48C-2F19-4A21-82E5-7962893AF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203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CD310-1BCE-8B75-EC78-CFDEDE64D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9BD6B6-9ED0-4802-E102-CE2840133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46DB9A-6D23-9BE7-1B29-BAD71672C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E0F228B-4701-B6D5-3471-81CEAB4D4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A919364-3C18-7765-3F78-D7DB762D3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A914849-C983-889B-F3A5-6432D9A2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5FE-8A0B-4525-8897-45B6C024E490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981AB2A-DFD7-3032-D0E5-F644A1095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43AD564-24EA-8E48-285A-76056AAE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C48C-2F19-4A21-82E5-7962893AF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961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74004-9260-E98A-3C4D-34DE4B94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C7CE511-06BE-97C4-7564-EADD844F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5FE-8A0B-4525-8897-45B6C024E490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034589-A467-E41B-CF6B-0A1740EF7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C43ACAB-D983-52E2-F557-D08CD255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C48C-2F19-4A21-82E5-7962893AF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575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345003D-0E30-8883-A4E0-2FB266204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5FE-8A0B-4525-8897-45B6C024E490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4D98541-BFA2-354E-3F1D-5FE92A8CD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214F1F-3D0B-4C5B-305E-16F68A12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C48C-2F19-4A21-82E5-7962893AF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15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A5312-03E2-6C53-46EF-0B1C129E4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ED1C74-B30A-CEAA-0AB2-FFC736AFF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24C963-9156-A97C-2873-EA2375E8F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A4D857-FDDD-942F-D729-E81A0A08B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5FE-8A0B-4525-8897-45B6C024E490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31B217-4EE2-6342-FD6B-EA4C1B159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67C208-0474-9D99-707D-0253F570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C48C-2F19-4A21-82E5-7962893AF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4338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D28F4-4603-DF79-A9F2-54DCF5D4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70A000-6CA0-52A8-DAEC-9345A5290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7F9D5E-6B78-B3D4-D559-7959E54FA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0F5CDC-0825-01EB-634F-260F6AC3E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5FE-8A0B-4525-8897-45B6C024E490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46FCC4-1637-C257-3EC7-4E4DF010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D2F98C-58C2-395A-803C-061D9AA2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C48C-2F19-4A21-82E5-7962893AF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45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B7159-B26E-ED19-7A04-1D2B6112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E973EE-A06F-EDE7-6001-95615806B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8D794E-6F74-F5A5-FDB7-06DFBEB9C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5FE-8A0B-4525-8897-45B6C024E490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45673A-901D-6D64-9106-4EF42A565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71DFDA-0F14-F5A5-30B2-035C19A74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C48C-2F19-4A21-82E5-7962893AF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8872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5F468D-9528-FA79-81B3-71EA1FC919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0EBA96-9DB9-480B-8553-0648E5B7E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E00A48-EA1E-A8BB-F6C1-668E732E6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5FE-8A0B-4525-8897-45B6C024E490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2D049A-844C-CA52-34AA-8E9061E5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6A9E88-47B4-2BD1-4AE8-0B32117A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C48C-2F19-4A21-82E5-7962893AF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910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737FC6D-D21B-3291-98F1-AC004770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98C26C-D1AE-16B3-4F04-D597F7C47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D0FB96-F652-FFBE-D64C-C1B4097C2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8E5FE-8A0B-4525-8897-45B6C024E490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CA6048-A225-2772-0FF7-FEC55B887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B9A924-0619-CC10-600D-DBA2EC277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EC48C-2F19-4A21-82E5-7962893AF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95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65A60A-4B16-44A1-D494-2E05E80C8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pt-BR" sz="5200"/>
              <a:t>Comando de repetição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F4FF78-22DC-9A3F-12BF-137D0AA1A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endParaRPr lang="pt-BR"/>
          </a:p>
        </p:txBody>
      </p:sp>
      <p:pic>
        <p:nvPicPr>
          <p:cNvPr id="7" name="Graphic 6" descr="Marca de seleção">
            <a:extLst>
              <a:ext uri="{FF2B5EF4-FFF2-40B4-BE49-F238E27FC236}">
                <a16:creationId xmlns:a16="http://schemas.microsoft.com/office/drawing/2014/main" id="{C4582334-B028-7F78-C64D-0779D2B82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Marca de seleção">
            <a:extLst>
              <a:ext uri="{FF2B5EF4-FFF2-40B4-BE49-F238E27FC236}">
                <a16:creationId xmlns:a16="http://schemas.microsoft.com/office/drawing/2014/main" id="{FC5A69A6-158A-40E8-AE66-939D95E09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39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9C7C8A-F3A5-5CF6-8E42-A9EBD455C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Sintaxe do comando For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D3A1343-26DC-3FE7-DF4D-8D01588CF5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2501767"/>
            <a:ext cx="10744200" cy="365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77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8C2611-ABDA-835B-7211-5B7CF4F7E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2543DD1-E965-3122-F6E3-25A06A071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2703221"/>
            <a:ext cx="10744200" cy="325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9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53086-372F-FEB6-CB8D-D6959B371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7A7BCE-C841-9DB5-E796-D5B16175D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6F5238-4F52-DE0C-B6B0-8DC434478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B0CB4A-0BC7-A0C0-16A7-1223A8DFA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pt-BR" sz="3600" dirty="0"/>
              <a:t>Interrupções nos laços (break e continue)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A008C5-5651-3909-A29C-FD04EAABE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68D98D3-D760-6240-1202-42AC9197C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98" y="2079331"/>
            <a:ext cx="10444427" cy="478284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C07C6470-67A3-4DE4-A791-3BB5C2B5FD74}"/>
              </a:ext>
            </a:extLst>
          </p:cNvPr>
          <p:cNvSpPr/>
          <p:nvPr/>
        </p:nvSpPr>
        <p:spPr>
          <a:xfrm>
            <a:off x="1419225" y="6486525"/>
            <a:ext cx="1371600" cy="3714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08062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16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Comando de repetição</vt:lpstr>
      <vt:lpstr>Sintaxe do comando For</vt:lpstr>
      <vt:lpstr>Exemplo</vt:lpstr>
      <vt:lpstr>Interrupções nos laços (break e continue)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Juliano Caetano</dc:creator>
  <cp:lastModifiedBy>Juliano Caetano</cp:lastModifiedBy>
  <cp:revision>2</cp:revision>
  <dcterms:created xsi:type="dcterms:W3CDTF">2026-09-02T12:48:57Z</dcterms:created>
  <dcterms:modified xsi:type="dcterms:W3CDTF">2026-09-07T21:23:15Z</dcterms:modified>
</cp:coreProperties>
</file>