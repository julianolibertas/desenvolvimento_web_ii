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64" r:id="rId3"/>
    <p:sldId id="258" r:id="rId4"/>
    <p:sldId id="265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05F53-0473-ABC1-CCCD-CDAC1643E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0769FE-29E6-21B4-2511-BE955F653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E970FC-67F8-3FB3-0287-4D603C1A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C4A053-1053-BC9C-7C03-C60389A2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F9D4C-F5D6-5540-3923-5D9E6137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600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982E-C7A5-F53F-AD55-9103E4F1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992D3-1E89-E33A-8802-D77F715F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475345-7D12-2278-869B-8E5F8C1E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A49F40-D7E1-D257-8A2B-4DBCD35F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1DA0D-A5F8-85C3-4EB8-CE3CECEA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1183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4C775-F037-415F-2213-C4035609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A0AD39-A6C2-E970-6C05-3E526A532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E7202B-7836-E2F9-9C49-0CE7DA39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AFD32C-8213-9DAE-D4BD-F30B9169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994A10-2291-6B43-DCC2-B49E9395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4029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3183D-9795-92FD-F433-09A77D36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E3FC74-93A4-21D5-E562-7D9E050D7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F3C34B-CAC7-C492-7E12-8B0929315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468CCE-F02F-4043-D57A-F6AD6062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58632A-742B-4B0E-9AF6-1AA6B33B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F7421D-B702-71B2-6DEE-DBF70564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440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93E0F-95E3-F79A-7326-85DD99BC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3033C3-5732-7045-E7CA-73139F794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CD61D6-A7E8-0E3F-E3E8-22C05406D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4586DF-7D42-F08F-FA94-072C35796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2EFC71-ABF9-22D9-3AED-B06E5E05F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B286B9-BEA5-9CAD-BF55-54545887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4EE561-B87B-47B5-0393-5117D322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6E8CD6-D1AF-1B0D-26C9-81B0468E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7660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6F7F2-E38E-3C6F-626B-B7F55DE9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9066F6-71A2-C408-E750-34D5B32F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837064-0F68-1718-246D-9F9B1118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63FB4B-8823-E837-75EB-AA8029AB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0746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DE5B6A-7594-824B-B4ED-15D2A4A0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8F6175-D0BB-7C9E-FD72-434FF8C6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BBA7FB-4894-4E8A-783D-FCAFF7F6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613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07F9B-9C5A-F18C-8E2F-2A8C3F37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C3839-A6E6-5E8E-F27E-0631771A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977D6F-F228-7D83-CD64-6C1D01E93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0E6D59-4BCB-BB5A-2FE9-FD20517B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EB18C5-5E5A-1420-5829-2B96F314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D17117-00AE-1473-DD42-67D1124B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6263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C877C-6418-2614-16E6-C583029C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25097F-8571-1019-3D8D-1B47832D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C444DA-1076-1ADC-BB7E-EEB83BF49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85C13A-F45F-BB4D-3DF0-C1704356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A2C36-198A-6E7F-36D3-5674B8AE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67E876-D7B3-154C-511E-9B904581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3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542A4-87C2-4B5E-53A4-D4CBDC95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ED2E08-3E84-926A-69D9-4B140DC28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F9C342-6695-6A1C-ABB0-F5CE6D73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6A893B-D525-5548-9F72-5EDE17A0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E1BFED-6443-6590-AC75-9E6EC9B2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974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AA9079-0381-1006-D1AD-29BC72EF1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7AD799-BF28-4EA5-7C3F-F6EB705E8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6FA298-F110-6055-C8ED-2972BB3A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BC0D8-8317-0FFD-F9A6-840CF364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7C6BD8-A875-3B9E-7239-8D1F4A90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8314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129281-3D2D-6541-D0C4-F6D445A2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63389B-A766-45D5-5490-5CC26C53B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2A61A2-9E7F-2DF0-2F30-053D86470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8/3/2026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9B808B-0D05-CE46-8278-DC4587C39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237973-1051-BBD0-C602-CFB481A08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1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sbin.com/" TargetMode="External"/><Relationship Id="rId2" Type="http://schemas.openxmlformats.org/officeDocument/2006/relationships/hyperlink" Target="https://developer.mozilla.org/pt-BR/docs/Web/JavaScrip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1823E-EB6C-6D25-B104-B9C4D933C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pt-BR" sz="5600"/>
              <a:t>Desenvolvimento Web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4DE633-A49B-6C70-B4DB-FA130F0F1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pt-BR" dirty="0"/>
              <a:t>Prof. Juliano Caetano</a:t>
            </a:r>
          </a:p>
        </p:txBody>
      </p:sp>
      <p:pic>
        <p:nvPicPr>
          <p:cNvPr id="18" name="Picture 3" descr="Padrão do plano de fundo&#10;&#10;Descrição gerada automaticamente">
            <a:extLst>
              <a:ext uri="{FF2B5EF4-FFF2-40B4-BE49-F238E27FC236}">
                <a16:creationId xmlns:a16="http://schemas.microsoft.com/office/drawing/2014/main" id="{36BC44DB-9F26-53E7-1FC3-D702F6CC8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45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1E421E-9A0D-E103-FDFF-DAA1F1802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De volta para o passado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24F939-B738-E9F3-EDF8-232F017D0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sz="2600" dirty="0"/>
              <a:t>O </a:t>
            </a:r>
            <a:r>
              <a:rPr lang="pt-BR" sz="2600" dirty="0" err="1"/>
              <a:t>JavaScript</a:t>
            </a:r>
            <a:r>
              <a:rPr lang="pt-BR" sz="2600" dirty="0"/>
              <a:t> ou JS, como é conhecido popularmente, foi criado em 1995 por Brendan Eich, enquanto ele trabalhava no Netscape. O nome original da linguagem era Mocha, que ainda foi mudado para </a:t>
            </a:r>
            <a:r>
              <a:rPr lang="pt-BR" sz="2600" dirty="0" err="1"/>
              <a:t>LiveScript</a:t>
            </a:r>
            <a:r>
              <a:rPr lang="pt-BR" sz="2600" dirty="0"/>
              <a:t>, antes de a linguagem ser de fato nomeada como </a:t>
            </a:r>
            <a:r>
              <a:rPr lang="pt-BR" sz="2600" dirty="0" err="1"/>
              <a:t>JavaScript</a:t>
            </a:r>
            <a:r>
              <a:rPr lang="pt-BR" sz="2600" dirty="0"/>
              <a:t>.</a:t>
            </a:r>
          </a:p>
          <a:p>
            <a:r>
              <a:rPr lang="pt-BR" sz="2600" dirty="0"/>
              <a:t>No ano de 1996, com o objetivo de padronizar a linguagem recém criada, a </a:t>
            </a:r>
            <a:r>
              <a:rPr lang="pt-BR" sz="2600" dirty="0" err="1"/>
              <a:t>Netspace</a:t>
            </a:r>
            <a:r>
              <a:rPr lang="pt-BR" sz="2600" dirty="0"/>
              <a:t> decidiu juntar o </a:t>
            </a:r>
            <a:r>
              <a:rPr lang="pt-BR" sz="2600" dirty="0" err="1"/>
              <a:t>JavaScript</a:t>
            </a:r>
            <a:r>
              <a:rPr lang="pt-BR" sz="2600" dirty="0"/>
              <a:t> à ECMA </a:t>
            </a:r>
            <a:r>
              <a:rPr lang="pt-BR" sz="2600" dirty="0" err="1"/>
              <a:t>International</a:t>
            </a:r>
            <a:r>
              <a:rPr lang="pt-BR" sz="2600" dirty="0"/>
              <a:t>. A ECMA (Associação Europeia dos Fabricantes de Computadores) é uma associação que realiza a especificação ou padronização de sistemas da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249878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87421E-9DA8-3982-4F5E-9EBFC5C9B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 que é JavaScript?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BC9123-B4E3-28F7-56F1-F0773CDF5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sz="2200" b="1" err="1"/>
              <a:t>JavaScript</a:t>
            </a:r>
            <a:r>
              <a:rPr lang="pt-BR" sz="2200"/>
              <a:t> é uma linguagem de programação inicialmente projetada para interagir com elementos de páginas da web. Dentro dos navegadores da web, </a:t>
            </a:r>
            <a:r>
              <a:rPr lang="pt-BR" sz="2200" err="1"/>
              <a:t>JavaScript</a:t>
            </a:r>
            <a:r>
              <a:rPr lang="pt-BR" sz="2200"/>
              <a:t> consiste em três partes principais: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b="1" err="1"/>
              <a:t>ECMAScript</a:t>
            </a:r>
            <a:r>
              <a:rPr lang="pt-BR" sz="2200"/>
              <a:t> fornece a funcionalidade principal.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/>
              <a:t>O </a:t>
            </a:r>
            <a:r>
              <a:rPr lang="pt-BR" sz="2200" b="1" err="1"/>
              <a:t>Document</a:t>
            </a:r>
            <a:r>
              <a:rPr lang="pt-BR" sz="2200" b="1"/>
              <a:t> </a:t>
            </a:r>
            <a:r>
              <a:rPr lang="pt-BR" sz="2200" b="1" err="1"/>
              <a:t>Object</a:t>
            </a:r>
            <a:r>
              <a:rPr lang="pt-BR" sz="2200" b="1"/>
              <a:t> Model (DOM)</a:t>
            </a:r>
            <a:r>
              <a:rPr lang="pt-BR" sz="2200"/>
              <a:t> fornece interfaces para interagir com elementos em páginas da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/>
              <a:t>O </a:t>
            </a:r>
            <a:r>
              <a:rPr lang="pt-BR" sz="2200" b="1"/>
              <a:t>Browser </a:t>
            </a:r>
            <a:r>
              <a:rPr lang="pt-BR" sz="2200" b="1" err="1"/>
              <a:t>Object</a:t>
            </a:r>
            <a:r>
              <a:rPr lang="pt-BR" sz="2200" b="1"/>
              <a:t> Model (BOM)</a:t>
            </a:r>
            <a:r>
              <a:rPr lang="pt-BR" sz="2200"/>
              <a:t> fornece a API do navegador para interagir com o navegador da web.</a:t>
            </a:r>
          </a:p>
          <a:p>
            <a:r>
              <a:rPr lang="pt-BR" sz="2200" b="1" err="1"/>
              <a:t>JavaScript</a:t>
            </a:r>
            <a:r>
              <a:rPr lang="pt-BR" sz="2200"/>
              <a:t> permite que você adicione interatividade a uma página da web. Normalmente, você usa </a:t>
            </a:r>
            <a:r>
              <a:rPr lang="pt-BR" sz="2200" b="1" err="1"/>
              <a:t>JavaScript</a:t>
            </a:r>
            <a:r>
              <a:rPr lang="pt-BR" sz="2200"/>
              <a:t> com HTML e CSS para aprimorar a funcionalidade de uma página da web, como validar formulários , criar mapas interativos e exibir gráficos animados.</a:t>
            </a:r>
          </a:p>
        </p:txBody>
      </p:sp>
    </p:spTree>
    <p:extLst>
      <p:ext uri="{BB962C8B-B14F-4D97-AF65-F5344CB8AC3E}">
        <p14:creationId xmlns:p14="http://schemas.microsoft.com/office/powerpoint/2010/main" val="2941963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4B01F-C281-3A76-5DC9-3B2FE454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pt-BR" dirty="0"/>
              <a:t>Javascript online</a:t>
            </a:r>
          </a:p>
        </p:txBody>
      </p:sp>
      <p:sp>
        <p:nvSpPr>
          <p:cNvPr id="24" name="Espaço Reservado para Conteúdo 2">
            <a:extLst>
              <a:ext uri="{FF2B5EF4-FFF2-40B4-BE49-F238E27FC236}">
                <a16:creationId xmlns:a16="http://schemas.microsoft.com/office/drawing/2014/main" id="{3F4227C8-C3C0-C8A8-46FA-0365664F5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1" y="2333297"/>
            <a:ext cx="5601927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https://www.w3schools.com/js</a:t>
            </a:r>
          </a:p>
          <a:p>
            <a:pPr marL="0" indent="0">
              <a:buNone/>
            </a:pPr>
            <a:r>
              <a:rPr lang="pt-BR" sz="2400" dirty="0">
                <a:hlinkClick r:id="rId2"/>
              </a:rPr>
              <a:t>https://developer.mozilla.org/pt-BR/docs/Web/JavaScript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------------------</a:t>
            </a:r>
          </a:p>
          <a:p>
            <a:pPr marL="0" indent="0">
              <a:buNone/>
            </a:pPr>
            <a:r>
              <a:rPr lang="pt-BR" sz="2400" dirty="0"/>
              <a:t>https://js.do</a:t>
            </a:r>
          </a:p>
          <a:p>
            <a:pPr marL="0" indent="0">
              <a:buNone/>
            </a:pPr>
            <a:r>
              <a:rPr lang="pt-BR" sz="2400" dirty="0">
                <a:hlinkClick r:id="rId3"/>
              </a:rPr>
              <a:t>https://jsbin.com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https://githut.info/</a:t>
            </a:r>
          </a:p>
        </p:txBody>
      </p:sp>
      <p:pic>
        <p:nvPicPr>
          <p:cNvPr id="5" name="Picture 4" descr="Bandeira do localizador em um mapa da cidade">
            <a:extLst>
              <a:ext uri="{FF2B5EF4-FFF2-40B4-BE49-F238E27FC236}">
                <a16:creationId xmlns:a16="http://schemas.microsoft.com/office/drawing/2014/main" id="{72705BBA-EB31-DCA6-C71F-DE4A6DA518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466" b="-1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31812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2923</TotalTime>
  <Words>275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Desenvolvimento Web II</vt:lpstr>
      <vt:lpstr>De volta para o passado</vt:lpstr>
      <vt:lpstr>O que é JavaScript?</vt:lpstr>
      <vt:lpstr>Javascript online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Juliano Caetano</dc:creator>
  <cp:lastModifiedBy>Juliano Caetano</cp:lastModifiedBy>
  <cp:revision>17</cp:revision>
  <dcterms:created xsi:type="dcterms:W3CDTF">2024-07-26T13:05:02Z</dcterms:created>
  <dcterms:modified xsi:type="dcterms:W3CDTF">2026-08-03T13:16:03Z</dcterms:modified>
</cp:coreProperties>
</file>